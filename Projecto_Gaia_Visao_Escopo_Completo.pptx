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Documento de Visão e Escopo — Projecto Gaia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Rocélio Da Silva | Emitido em 23/05/2025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Nome do Projeto: Projecto Gaia (individual)</a:t>
            </a:r>
          </a:p>
          <a:p>
            <a:r>
              <a:t>• Objetivo Geral: Preparar um plano sólido para apresentação do conceito e escopo da suite de softwares, visando coletar feedback e validar interesse de profissionais e empresas do setor de petróleo.</a:t>
            </a:r>
          </a:p>
          <a:p>
            <a:r>
              <a:t>• Data de Emissão: 05/06/2025 | Versão: 1.1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Visão do Produto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Plataforma de referência para engenheiros de petróleo em Angola e países lusófonos da região.</a:t>
            </a:r>
          </a:p>
          <a:p>
            <a:r>
              <a:t>• Atende às particularidades locais: regulação da Sonangol, infraestrutura e dados nacionais.</a:t>
            </a:r>
          </a:p>
          <a:p>
            <a:r>
              <a:t>• Integra produção, perfuração e reservatórios com IA para simulação, análise e diagnóstico.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Diferenciais Chave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Foco nas necessidades das empresas angolanas como Sonangol, Partex e TotalEnergies Angola.</a:t>
            </a:r>
          </a:p>
          <a:p>
            <a:r>
              <a:t>• Interface adaptada à infraestrutura de TI local.</a:t>
            </a:r>
          </a:p>
          <a:p>
            <a:r>
              <a:t>• IA treinada com dados reais dos campos de petróleo angolanos.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Escopo do MVP (P1)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Funcionalidades In-Scope:</a:t>
            </a:r>
          </a:p>
          <a:p>
            <a:r>
              <a:t>• Gaia Nuru: Cálculo de IPR/VLP, dashboard de produção, alertas.</a:t>
            </a:r>
          </a:p>
          <a:p>
            <a:r>
              <a:t>• Gaia Noxus: Planejamento básico de poço, monitoramento de ROP/WOB/torque, alertas.</a:t>
            </a:r>
          </a:p>
          <a:p>
            <a:r>
              <a:t>• Gaia Genesis: Cálculo de Z, curvas de declínio, material balance, relatórios por zona.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Funcionalidades Fora do Escopo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Otimização avançada de elevação artificial.</a:t>
            </a:r>
          </a:p>
          <a:p>
            <a:r>
              <a:t>• Simulação composicional complexa.</a:t>
            </a:r>
          </a:p>
          <a:p>
            <a:r>
              <a:t>• Visão computacional e realidade aumentada.</a:t>
            </a:r>
          </a:p>
          <a:p>
            <a:r>
              <a:t>• Gráficos 3D avançados.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Público-Alvo e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Engenheiros de Produção: Avaliam IPR/VLP, feedback sobre dashboard e alertas.</a:t>
            </a:r>
          </a:p>
          <a:p>
            <a:r>
              <a:t>• Engenheiros de Perfuração: Avaliam planos de poço e alertas de perfuração.</a:t>
            </a:r>
          </a:p>
          <a:p>
            <a:r>
              <a:t>• Engenheiros de Reservatórios: Avaliam cálculos de Z, declínio e material balance.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Restrições e Premissas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Premissas:</a:t>
            </a:r>
          </a:p>
          <a:p>
            <a:r>
              <a:t>• Disponibilidade de dados (SCADA, PVT) em formatos como CSV ou SQL.</a:t>
            </a:r>
          </a:p>
          <a:p>
            <a:r>
              <a:t>• Acesso a ferramentas de prototipagem como PowerPoint e Figma.</a:t>
            </a:r>
          </a:p>
          <a:p>
            <a:br/>
            <a:r>
              <a:t>Restrições:</a:t>
            </a:r>
          </a:p>
          <a:p>
            <a:r>
              <a:t>• Tempo e orçamento limitados à fase de planejamento.</a:t>
            </a:r>
          </a:p>
          <a:p>
            <a:r>
              <a:t>• Desenvolvimento prático reservado para o período de férias.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Critérios de Sucesso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Apresentação para pelo menos 3 profissionais do setor.</a:t>
            </a:r>
          </a:p>
          <a:p>
            <a:r>
              <a:t>• Recebimento de feedback qualitativo para refinar escopo.</a:t>
            </a:r>
          </a:p>
          <a:p>
            <a:r>
              <a:t>• Identificação de pelo menos uma parceria ou interesse de empresa.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Cronograma de Planejamento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Sprint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Entregáveis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23/05–05/06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Visão, escopo, personas, user stories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06/06–19/06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Pitch deck, wireframes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20/06–03/07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Demonstrações e coleta de feedback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04/07–17/07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Pitch final e plano de contato a empresas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