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Projecto Gaia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Plataforma Integrada de Engenharia de Petróleo</a:t>
            </a:r>
          </a:p>
          <a:p>
            <a:r>
              <a:t>Rocélio Da Silva | Emitido em 23/05/2025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Visão Geral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Contexto do setor petrolífero em Angola</a:t>
            </a:r>
          </a:p>
          <a:p>
            <a:r>
              <a:t>• Necessidade de unificação de ferramentas</a:t>
            </a:r>
          </a:p>
          <a:p>
            <a:r>
              <a:t>• Objetivo: apresentar conceito e coletar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Visão de Longo Prazo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Ser referência em Angola e países lusófonos</a:t>
            </a:r>
          </a:p>
          <a:p>
            <a:r>
              <a:t>• Integração dos módulos Gaia Nuru, Noxus e Genesis</a:t>
            </a:r>
          </a:p>
          <a:p>
            <a:r>
              <a:t>• IA treinada com dados de campos angolanos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Diferenciais Chave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Foco nas necessidades de Sonangol, Partex, TotalEnergies</a:t>
            </a:r>
          </a:p>
          <a:p>
            <a:r>
              <a:t>• Interface adaptada à infraestrutura local</a:t>
            </a:r>
          </a:p>
          <a:p>
            <a:r>
              <a:t>• Simulação, análise e diagnóstico automatizado por 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Escopo do MVP (P1)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In-Scope:</a:t>
            </a:r>
          </a:p>
          <a:p>
            <a:r>
              <a:t>• Gaia Nuru: IPR/VLP, dashboard, alertas</a:t>
            </a:r>
          </a:p>
          <a:p>
            <a:r>
              <a:t>• Gaia Noxus: planejamento básico, monitoramento, alertas</a:t>
            </a:r>
          </a:p>
          <a:p>
            <a:r>
              <a:t>• Gaia Genesis: fator Z, declínio, material balance, relatórios</a:t>
            </a:r>
          </a:p>
          <a:p>
            <a:br/>
            <a:r>
              <a:t>Out-of-Scope:</a:t>
            </a:r>
          </a:p>
          <a:p>
            <a:r>
              <a:t>• Otimização avançada, simulação composicional, AR, 3D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Personas e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Rita (Produção): usabilidade do dashboard</a:t>
            </a:r>
          </a:p>
          <a:p>
            <a:r>
              <a:t>• Miguel (Perfuração): clareza do plano e alertas</a:t>
            </a:r>
          </a:p>
          <a:p>
            <a:r>
              <a:t>• Ana (Reservatórios): precisão de cálculos</a:t>
            </a:r>
          </a:p>
          <a:p>
            <a:r>
              <a:t>Objetivo: validar prioridades e melhorias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Cronograma de Planejamento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65760">
                <a:tc>
                  <a:txBody>
                    <a:bodyPr/>
                    <a:lstStyle/>
                    <a:p>
                      <a:r>
                        <a:t>Sprint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Período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Entregáveis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23/05–05/06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Visão, escopo, personas, user stories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06/06–19/06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Pitch deck, wireframes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20/06–03/07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Demonstrações e coleta de feedback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04/07–17/07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Pitch final e estratégia de contato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Sucesso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3+ apresentações realizadas</a:t>
            </a:r>
          </a:p>
          <a:p>
            <a:r>
              <a:t>• Feedback qualitativo para refinamento</a:t>
            </a:r>
          </a:p>
          <a:p>
            <a:r>
              <a:t>• Interesse ou parceria de pelo menos uma empresa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Agendar sessões de feedback</a:t>
            </a:r>
          </a:p>
          <a:p>
            <a:r>
              <a:t>• Refinar pitch com base nos insights</a:t>
            </a:r>
          </a:p>
          <a:p>
            <a:r>
              <a:t>• Início do desenvolvimento prático nas férias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Abrir para dúvidas e sugestões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